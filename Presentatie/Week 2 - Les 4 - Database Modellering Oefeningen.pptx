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74DC47-26A3-F19C-0278-D593F29CA44F}" v="2" dt="2026-04-02T13:37:09.6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tafa Khedoe" userId="S::302085829@student.rocmondriaan.nl::76eaaaf0-b1a1-4053-9a96-f8e7e038211c" providerId="AD" clId="Web-{F774DC47-26A3-F19C-0278-D593F29CA44F}"/>
    <pc:docChg chg="modSld">
      <pc:chgData name="Mustafa Khedoe" userId="S::302085829@student.rocmondriaan.nl::76eaaaf0-b1a1-4053-9a96-f8e7e038211c" providerId="AD" clId="Web-{F774DC47-26A3-F19C-0278-D593F29CA44F}" dt="2026-04-02T13:37:09.606" v="1" actId="1076"/>
      <pc:docMkLst>
        <pc:docMk/>
      </pc:docMkLst>
      <pc:sldChg chg="modSp">
        <pc:chgData name="Mustafa Khedoe" userId="S::302085829@student.rocmondriaan.nl::76eaaaf0-b1a1-4053-9a96-f8e7e038211c" providerId="AD" clId="Web-{F774DC47-26A3-F19C-0278-D593F29CA44F}" dt="2026-04-02T13:37:09.606" v="1" actId="1076"/>
        <pc:sldMkLst>
          <pc:docMk/>
          <pc:sldMk cId="0" sldId="262"/>
        </pc:sldMkLst>
        <pc:spChg chg="mod">
          <ac:chgData name="Mustafa Khedoe" userId="S::302085829@student.rocmondriaan.nl::76eaaaf0-b1a1-4053-9a96-f8e7e038211c" providerId="AD" clId="Web-{F774DC47-26A3-F19C-0278-D593F29CA44F}" dt="2026-04-02T13:37:09.606" v="1" actId="1076"/>
          <ac:spMkLst>
            <pc:docMk/>
            <pc:sldMk cId="0" sldId="262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9115F6-CD0E-4FDE-925E-FE908C7C4071}" type="datetimeFigureOut">
              <a:t>2-4-2026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2EA8EE-5506-4474-9489-44564818FA92}" type="slidenum"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20807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1371600"/>
          </a:xfrm>
          <a:prstGeom prst="rect">
            <a:avLst/>
          </a:prstGeom>
          <a:solidFill>
            <a:srgbClr val="FF0F63">
              <a:alpha val="9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</a:rPr>
              <a:t>Next.js Blok 2 – Les 4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</a:rPr>
              <a:t>Database Modellering Oefeningen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A9199"/>
                </a:solidFill>
              </a:rPr>
              <a:t>10 februari 2026 | MBO 4 Software Development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Lesdoelen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FF0F6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73152" cy="3200400"/>
          </a:xfrm>
          <a:prstGeom prst="rect">
            <a:avLst/>
          </a:prstGeom>
          <a:solidFill>
            <a:srgbClr val="FF0F6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F63"/>
                </a:solidFill>
              </a:rPr>
              <a:t>Wat gaan we vandaag leren?</a:t>
            </a:r>
            <a:endParaRPr lang="en-US" sz="1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1887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1645920"/>
            <a:ext cx="78638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Begrijpen en toepassen van Prisma Enums voor statusbeheer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Onderscheid maken tussen implicit en explicit many-to-many relaties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Een robuust seed script schrijven voor realistische testdata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Data integriteit waarborgen binnen het Prisma schema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Het verifiëren van data met Prisma Studio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Prisma Enums: Type-safe Status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FF0F6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FF0F6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F63"/>
                </a:solidFill>
              </a:rPr>
              <a:t>Wat is een Enum?</a:t>
            </a:r>
            <a:endParaRPr lang="en-US" sz="1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1887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16459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Een gedefinieerde set van toegestane waarden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Voorkomt typefouten (bijv. 'Open' vs 'open')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Maakt de code leesbaarder en voorspelbaar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Direct ondersteund door de database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128016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AB1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Status {
</a:t>
            </a:r>
            <a:r>
              <a:rPr lang="en-US" sz="1400" dirty="0">
                <a:solidFill>
                  <a:srgbClr val="81E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OPEN
  IN_PROGRESS
  DONE
</a:t>
            </a:r>
            <a:r>
              <a:rPr lang="en-US" sz="1400" dirty="0">
                <a:solidFill>
                  <a:srgbClr val="FAB1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
model Task {
</a:t>
            </a: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    Int    @id
  status Status @default(OPEN)
</a:t>
            </a:r>
            <a:r>
              <a:rPr lang="en-US" sz="1400" dirty="0">
                <a:solidFill>
                  <a:srgbClr val="FAB1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Many-to-Many Relaties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FF0F6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73152" cy="1645920"/>
          </a:xfrm>
          <a:prstGeom prst="rect">
            <a:avLst/>
          </a:prstGeom>
          <a:solidFill>
            <a:srgbClr val="FF0F6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F63"/>
                </a:solidFill>
              </a:rPr>
              <a:t>Wanneer gebruik je M2M?</a:t>
            </a:r>
            <a:endParaRPr lang="en-US" sz="1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1887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16459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Een Gebruiker kan aan meerdere Projecten deelnemen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Een Project heeft meerdere Gebruikers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Een Product kan in meerdere Categorieën vallen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926080"/>
            <a:ext cx="73152" cy="1645920"/>
          </a:xfrm>
          <a:prstGeom prst="rect">
            <a:avLst/>
          </a:prstGeom>
          <a:solidFill>
            <a:srgbClr val="FF0F63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3017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F63"/>
                </a:solidFill>
              </a:rPr>
              <a:t>Prisma's Aanpak</a:t>
            </a:r>
            <a:endParaRPr lang="en-US" sz="18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30175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0080" y="34747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Prisma automatiseert de koppeltabel (junction table)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Je definieert aan beide kanten een array van het andere model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Keuze tussen Implicit (onzichtbaar) en Explicit (zichtbaar)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Implicit vs. Explicit M2M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FF0F6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FF0F6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F63"/>
                </a:solidFill>
              </a:rPr>
              <a:t>Implicit (Standaard)</a:t>
            </a:r>
            <a:endParaRPr lang="en-US" sz="1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1887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16459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Prisma beheert de koppeltabel volledig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Geen extra velden mogelijk in de relatie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Schoon en makkelijk in gebruik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Syntax: users User[] in Project model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097280"/>
            <a:ext cx="73152" cy="3474720"/>
          </a:xfrm>
          <a:prstGeom prst="rect">
            <a:avLst/>
          </a:prstGeom>
          <a:solidFill>
            <a:srgbClr val="FF0F63"/>
          </a:solidFill>
          <a:ln/>
        </p:spPr>
      </p:sp>
      <p:sp>
        <p:nvSpPr>
          <p:cNvPr id="12" name="Text 9"/>
          <p:cNvSpPr/>
          <p:nvPr/>
        </p:nvSpPr>
        <p:spPr>
          <a:xfrm>
            <a:off x="493776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F63"/>
                </a:solidFill>
              </a:rPr>
              <a:t>Explicit (Geavanceerd)</a:t>
            </a:r>
            <a:endParaRPr lang="en-US" sz="18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1887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937760" y="16459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Je maakt zelf een koppeltabel model aan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Extra data mogelijk (bijv. 'role' of 'joinedAt')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Nodig voor complexe business logica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Geeft volledige controle over de relatie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Database Seeding: Waarom?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FF0F6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FF0F6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F63"/>
                </a:solidFill>
              </a:rPr>
              <a:t>Het belang van testdata</a:t>
            </a:r>
            <a:endParaRPr lang="en-US" sz="1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1887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1645920"/>
            <a:ext cx="78638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Ontwikkelen met een lege database is lastig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Consistentie tussen teamleden (iedereen dezelfde data)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Automatisch vullen na een migratie of reset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Testen van edge-cases (bijv. lange namen, veel data)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Locatie: prisma/seed.ts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Uitvoeren: npx prisma db seed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Een Uitgebreid Seed Script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FF0F6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AB1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main() {
</a:t>
            </a: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prisma.user.upsert({
</a:t>
            </a:r>
            <a:r>
              <a:rPr lang="en-US" sz="1400" dirty="0">
                <a:solidFill>
                  <a:srgbClr val="81E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where: { email: 'admin@test.nl' },
    update: {},
    create: {
</a:t>
            </a: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email: 'admin@test.nl',
      role: 'ADMIN',
      projects: { create: { name: 'Project 1' } }
</a:t>
            </a:r>
            <a:r>
              <a:rPr lang="en-US" sz="1400" dirty="0">
                <a:solidFill>
                  <a:srgbClr val="81E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
</a:t>
            </a: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
</a:t>
            </a:r>
            <a:r>
              <a:rPr lang="en-US" sz="1400" dirty="0">
                <a:solidFill>
                  <a:srgbClr val="FAB1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Data Integriteit &amp; Verificatie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FF0F6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FF0F6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F63"/>
                </a:solidFill>
              </a:rPr>
              <a:t>Schema Constraints</a:t>
            </a:r>
            <a:endParaRPr lang="en-US" sz="1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1887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16459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@unique voor unieke velden (email)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@default voor standaardwaarden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Referentiële integriteit (onDelete)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Validatie via Zod (later in het blok)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097280"/>
            <a:ext cx="73152" cy="3474720"/>
          </a:xfrm>
          <a:prstGeom prst="rect">
            <a:avLst/>
          </a:prstGeom>
          <a:solidFill>
            <a:srgbClr val="FF0F63"/>
          </a:solidFill>
          <a:ln/>
        </p:spPr>
      </p:sp>
      <p:sp>
        <p:nvSpPr>
          <p:cNvPr id="12" name="Text 9"/>
          <p:cNvSpPr/>
          <p:nvPr/>
        </p:nvSpPr>
        <p:spPr>
          <a:xfrm>
            <a:off x="493776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F63"/>
                </a:solidFill>
              </a:rPr>
              <a:t>Verificatie Tools</a:t>
            </a:r>
            <a:endParaRPr lang="en-US" sz="18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1887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937760" y="16459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Prisma Studio: npx prisma studio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Visuele interface voor je data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Directe bewerkingen mogelijk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Handig voor snelle checks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Praktijkopdracht: Jouw Datamodel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FF0F6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FF0F6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0F63"/>
                </a:solidFill>
              </a:rPr>
              <a:t>Aan de slag!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7863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1. Ontwerp minimaal 4 modellen voor je project (bijv. User, Project, Task, Comment)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2. Teken een ERD van je complete datamodel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3. Implementeer een Many-to-many relatie (bijv. User &lt;-&gt; Project)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4. Voeg een Enum toe voor status-velden (bijv. Status: OPEN, DONE)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5. Schrijf een seed script dat alle modellen vult met realistische data</a:t>
            </a:r>
            <a:endParaRPr lang="en-US" sz="16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1887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0F6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Samenvatting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Enums zorgen voor type-safe statusbeheer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M2M relaties: Implicit voor eenvoud, Explicit voor extra data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Seeding is essentieel voor een professionele workflow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Data integriteit begint bij een goed ontworpen schema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Prisma Studio is je beste vriend voor data-verificatie</a:t>
            </a: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45720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9fa095d-2a55-41bd-8ea7-9b422472dbdb" xsi:nil="true"/>
    <lcf76f155ced4ddcb4097134ff3c332f xmlns="a56ccd50-7f31-40c7-8f95-996b44d632f4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F9AF658293164BB79FBE9D3C080535" ma:contentTypeVersion="10" ma:contentTypeDescription="Create a new document." ma:contentTypeScope="" ma:versionID="8cb0a08db21c04f46331624ee0b2b29f">
  <xsd:schema xmlns:xsd="http://www.w3.org/2001/XMLSchema" xmlns:xs="http://www.w3.org/2001/XMLSchema" xmlns:p="http://schemas.microsoft.com/office/2006/metadata/properties" xmlns:ns2="a56ccd50-7f31-40c7-8f95-996b44d632f4" xmlns:ns3="d9fa095d-2a55-41bd-8ea7-9b422472dbdb" targetNamespace="http://schemas.microsoft.com/office/2006/metadata/properties" ma:root="true" ma:fieldsID="e0f8f1dc64b7f3072784758f00cce14b" ns2:_="" ns3:_="">
    <xsd:import namespace="a56ccd50-7f31-40c7-8f95-996b44d632f4"/>
    <xsd:import namespace="d9fa095d-2a55-41bd-8ea7-9b422472dbd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6ccd50-7f31-40c7-8f95-996b44d632f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27928d4-2fba-4575-b28c-4dd47955e2e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fa095d-2a55-41bd-8ea7-9b422472dbd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664874c-202a-48a7-b948-1f0c16b5d4ee}" ma:internalName="TaxCatchAll" ma:showField="CatchAllData" ma:web="d9fa095d-2a55-41bd-8ea7-9b422472dbd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2CA1C38-626C-4369-9D2E-14F5F200F39D}">
  <ds:schemaRefs>
    <ds:schemaRef ds:uri="http://schemas.microsoft.com/office/2006/metadata/properties"/>
    <ds:schemaRef ds:uri="http://schemas.microsoft.com/office/infopath/2007/PartnerControls"/>
    <ds:schemaRef ds:uri="d9fa095d-2a55-41bd-8ea7-9b422472dbdb"/>
    <ds:schemaRef ds:uri="a56ccd50-7f31-40c7-8f95-996b44d632f4"/>
  </ds:schemaRefs>
</ds:datastoreItem>
</file>

<file path=customXml/itemProps2.xml><?xml version="1.0" encoding="utf-8"?>
<ds:datastoreItem xmlns:ds="http://schemas.openxmlformats.org/officeDocument/2006/customXml" ds:itemID="{D14F53BE-4CDF-4A08-8E2B-E3F4093FEF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56ccd50-7f31-40c7-8f95-996b44d632f4"/>
    <ds:schemaRef ds:uri="d9fa095d-2a55-41bd-8ea7-9b422472dbd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2EE81F5-974E-4038-8947-FC69B3FE16B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Diavoorstelling (16:9)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Thema</vt:lpstr>
      </vt:variant>
      <vt:variant>
        <vt:i4>1</vt:i4>
      </vt:variant>
      <vt:variant>
        <vt:lpstr>Diatitels</vt:lpstr>
      </vt:variant>
      <vt:variant>
        <vt:i4>10</vt:i4>
      </vt:variant>
    </vt:vector>
  </HeadingPairs>
  <TitlesOfParts>
    <vt:vector size="11" baseType="lpstr">
      <vt:lpstr>Office Theme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Next.js Blok 2 – Les 4 - Database Modellering Oefeningen</dc:title>
  <dc:subject>PptxGenJS Presentation</dc:subject>
  <dc:creator>ROC Mondriaan</dc:creator>
  <cp:lastModifiedBy>ROC Mondriaan</cp:lastModifiedBy>
  <cp:revision>4</cp:revision>
  <dcterms:created xsi:type="dcterms:W3CDTF">2026-02-10T07:40:26Z</dcterms:created>
  <dcterms:modified xsi:type="dcterms:W3CDTF">2026-04-02T13:37:16Z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0x0101008EF9AF658293164BB79FBE9D3C080535</vt:lpwstr>
  </property>
  <property fmtid="{D5CDD505-2E9C-101B-9397-08002B2CF9AE}" pid="3" name="MediaServiceImageTags">
    <vt:lpwstr/>
  </property>
</Properties>
</file>