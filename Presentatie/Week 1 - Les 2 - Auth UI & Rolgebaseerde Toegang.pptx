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F498C6-D254-4908-8285-064E9BD12658}" v="3" dt="2026-03-24T09:02:08.4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ed Arslan" userId="S::302319702@student.rocmondriaan.nl::3df01a67-c365-4b13-890b-782935a3d117" providerId="AD" clId="Web-{9BF498C6-D254-4908-8285-064E9BD12658}"/>
    <pc:docChg chg="modSld">
      <pc:chgData name="Muhammed Arslan" userId="S::302319702@student.rocmondriaan.nl::3df01a67-c365-4b13-890b-782935a3d117" providerId="AD" clId="Web-{9BF498C6-D254-4908-8285-064E9BD12658}" dt="2026-03-24T09:02:08.481" v="2" actId="1076"/>
      <pc:docMkLst>
        <pc:docMk/>
      </pc:docMkLst>
      <pc:sldChg chg="modSp">
        <pc:chgData name="Muhammed Arslan" userId="S::302319702@student.rocmondriaan.nl::3df01a67-c365-4b13-890b-782935a3d117" providerId="AD" clId="Web-{9BF498C6-D254-4908-8285-064E9BD12658}" dt="2026-03-24T09:02:08.481" v="2" actId="1076"/>
        <pc:sldMkLst>
          <pc:docMk/>
          <pc:sldMk cId="0" sldId="258"/>
        </pc:sldMkLst>
        <pc:spChg chg="mod">
          <ac:chgData name="Muhammed Arslan" userId="S::302319702@student.rocmondriaan.nl::3df01a67-c365-4b13-890b-782935a3d117" providerId="AD" clId="Web-{9BF498C6-D254-4908-8285-064E9BD12658}" dt="2026-03-24T09:02:08.481" v="2" actId="1076"/>
          <ac:spMkLst>
            <pc:docMk/>
            <pc:sldMk cId="0" sldId="25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25D6A-A5DD-4C2D-828B-54CB1D41ABED}" type="datetimeFigureOut">
              <a:t>24-3-2026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B0D28-F0ED-426C-BC44-0FAA73BE1599}" type="slidenum"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9738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F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Next.js Blok 2 – Les 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UI &amp; Rolgebaseerde Toegang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743200" cy="0"/>
          </a:xfrm>
          <a:prstGeom prst="line">
            <a:avLst/>
          </a:prstGeom>
          <a:noFill/>
          <a:ln w="38100">
            <a:solidFill>
              <a:srgbClr val="AC8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199"/>
                </a:solidFill>
              </a:rPr>
              <a:t>Datum: 10 februari 2026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A9199"/>
                </a:solidFill>
              </a:rPr>
              <a:t>Opleiding: MBO 4 Software Development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A9199"/>
                </a:solidFill>
              </a:rPr>
              <a:t>Vak: Next.js / React / TypeScript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0F63"/>
                </a:solidFill>
              </a:rPr>
              <a:t>Lesdoelen van Vandaag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F63"/>
                </a:solidFill>
              </a:rPr>
              <a:t>✔ </a:t>
            </a:r>
            <a:r>
              <a:rPr lang="en-US" sz="2000" dirty="0">
                <a:solidFill>
                  <a:srgbClr val="333333"/>
                </a:solidFill>
              </a:rPr>
              <a:t>Een veilige registratie flow implementeren met API routes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F63"/>
                </a:solidFill>
              </a:rPr>
              <a:t>✔ </a:t>
            </a:r>
            <a:r>
              <a:rPr lang="en-US" sz="2000" dirty="0">
                <a:solidFill>
                  <a:srgbClr val="333333"/>
                </a:solidFill>
              </a:rPr>
              <a:t>Wachtwoorden veilig opslaan met bcrypt hashing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F63"/>
                </a:solidFill>
              </a:rPr>
              <a:t>✔ </a:t>
            </a:r>
            <a:r>
              <a:rPr lang="en-US" sz="2000" dirty="0">
                <a:solidFill>
                  <a:srgbClr val="333333"/>
                </a:solidFill>
              </a:rPr>
              <a:t>Gebruikersrollen (Admin/User) toevoegen aan het Prisma 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F63"/>
                </a:solidFill>
              </a:rPr>
              <a:t>✔ </a:t>
            </a:r>
            <a:r>
              <a:rPr lang="en-US" sz="2000" dirty="0">
                <a:solidFill>
                  <a:srgbClr val="333333"/>
                </a:solidFill>
              </a:rPr>
              <a:t>Conditionele UI tonen op basis van de ingelogde rol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F63"/>
                </a:solidFill>
              </a:rPr>
              <a:t>✔ </a:t>
            </a:r>
            <a:r>
              <a:rPr lang="en-US" sz="2000" dirty="0">
                <a:solidFill>
                  <a:srgbClr val="333333"/>
                </a:solidFill>
              </a:rPr>
              <a:t>Foutafhandeling en validatie toevoegen aan Auth formulieren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0F63"/>
                </a:solidFill>
              </a:rPr>
              <a:t>Authenticatie vs. Autorisatie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21773"/>
            <a:ext cx="402336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0F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F63"/>
                </a:solidFill>
              </a:rPr>
              <a:t>Authenticatie (AuthN)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9199"/>
                </a:solidFill>
              </a:rPr>
              <a:t>Wie ben je?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Inloggen met credentials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Sessie beheer (JWT/Cookies)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Identiteit vaststellen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AC88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C88B9"/>
                </a:solidFill>
              </a:rPr>
              <a:t>Autorisatie (AuthZ)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9199"/>
                </a:solidFill>
              </a:rPr>
              <a:t>Wat mag je doen?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Rollen (Admin, User, Editor)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Toegang tot specifieke routes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Rechten op data (CRUD)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0F63"/>
                </a:solidFill>
              </a:rPr>
              <a:t>De Registratie Flow: Architectuur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0F63"/>
                </a:solidFill>
              </a:rPr>
              <a:t>1. Client Form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Gebruiker vult gegevens in (naam, email, wachtwoord).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71600"/>
            <a:ext cx="6400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0604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0F63"/>
                </a:solidFill>
              </a:rPr>
              <a:t>2. API Route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2606040" y="24688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POST request naar /api/register met validatie.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371600"/>
            <a:ext cx="64008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5488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0F63"/>
                </a:solidFill>
              </a:rPr>
              <a:t>3. Hashing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754880" y="24688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Wachtwoord hashen met bcrypt voor opslag.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1371600"/>
            <a:ext cx="640080" cy="6400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0372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0F63"/>
                </a:solidFill>
              </a:rPr>
              <a:t>4. Database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903720" y="24688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Nieuwe User record aanmaken via Prisma.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0F63"/>
                </a:solidFill>
              </a:rPr>
              <a:t>Veiligheid: Wachtwoord Hashing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C88B9"/>
                </a:solidFill>
              </a:rPr>
              <a:t>Waarom Bcrypt?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Sla NOOIT wachtwoorden op als plain text.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Bcrypt voegt een 'salt' toe tegen rainbow tables.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Het is een 'slow hash' algoritme (veilig tegen brute force).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18872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bcrypt from 'bcrypt';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hashedPassword = await bcrypt.hash(password, 10);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Bij login: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isValid = await bcrypt.compare(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password,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user.hashedPassword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0F63"/>
                </a:solidFill>
              </a:rPr>
              <a:t>Database Modellering: Gebruikersrollen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C88B9"/>
                </a:solidFill>
              </a:rPr>
              <a:t>Prisma Schema Aanpassing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Role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ADMIN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User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String @id @default(cuid())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 String @unique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     Role   @default(USER)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Gebruik Enums voor vaste rollen.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Stel een logische default in (meestal USER).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0F63"/>
                </a:solidFill>
              </a:rPr>
              <a:t>Vergeet niet: npx prisma migrate dev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0F63"/>
                </a:solidFill>
              </a:rPr>
              <a:t>Rolgebaseerde Toegang: Client-side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560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data: session } = useSession();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userRole = session?.user?.role;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&lt;Link href="/dashboard"&gt;Dashboard&lt;/Link&gt;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{userRole === 'ADMIN' &amp;&amp;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&lt;Link href="/admin"&gt;Admin Panel&lt;/Link&gt;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ECE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FF4F4"/>
          </a:solidFill>
          <a:ln w="12700">
            <a:solidFill>
              <a:srgbClr val="FF0F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0F63"/>
                </a:solidFill>
              </a:rPr>
              <a:t>Let op: Client-side checks zijn voor UX, niet voor echte veiligheid. Beveilig ALTIJD ook je API routes!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0F63"/>
                </a:solidFill>
              </a:rPr>
              <a:t>Error Handling &amp; Validatie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" cy="64008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Bestaande Gebruiker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Check of email al in database staat voor creatie.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5720" cy="64008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Wachtwoord Sterkte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Minimaal 8 tekens, cijfers en speciale tekens (Zod).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5720" cy="64008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User Feedback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Toon duidelijke foutmeldingen bij het formulier.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45720" cy="64008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Server Errors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Vang database errors op en stuur 400/500 status codes.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0F63"/>
                </a:solidFill>
              </a:rPr>
              <a:t>Aan de slag: Registratie &amp; Rollen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C88B9"/>
                </a:solidFill>
              </a:rPr>
              <a:t>Opdracht voor vandaag: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1. Bouw een registratiepagina met React Hook Form &amp; Zod.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2. Maak een API route /api/register die bcrypt gebruikt.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3. Voeg de 'Role' enum toe aan je Prisma schema en migreer.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4. Toon sessie-data op een profielpagina.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5. Maak een 'Admin' link in de navbar die alleen zichtbaar is voor admins.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0F63"/>
                </a:solidFill>
              </a:rPr>
              <a:t>Samenvatting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0F63"/>
                </a:solidFill>
              </a:rPr>
              <a:t>● </a:t>
            </a:r>
            <a:r>
              <a:rPr lang="en-US" sz="2000" dirty="0">
                <a:solidFill>
                  <a:srgbClr val="FFFFFF"/>
                </a:solidFill>
              </a:rPr>
              <a:t>Registratie flow: Client -&gt; API -&gt; Bcrypt -&gt; Prisma.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0F63"/>
                </a:solidFill>
              </a:rPr>
              <a:t>● </a:t>
            </a:r>
            <a:r>
              <a:rPr lang="en-US" sz="2000" dirty="0">
                <a:solidFill>
                  <a:srgbClr val="FFFFFF"/>
                </a:solidFill>
              </a:rPr>
              <a:t>Wachtwoorden ALTIJD hashen met bcrypt.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0F63"/>
                </a:solidFill>
              </a:rPr>
              <a:t>● </a:t>
            </a:r>
            <a:r>
              <a:rPr lang="en-US" sz="2000" dirty="0">
                <a:solidFill>
                  <a:srgbClr val="FFFFFF"/>
                </a:solidFill>
              </a:rPr>
              <a:t>Rollen definiëren in Prisma Enum voor type-safety.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0F63"/>
                </a:solidFill>
              </a:rPr>
              <a:t>● </a:t>
            </a:r>
            <a:r>
              <a:rPr lang="en-US" sz="2000" dirty="0">
                <a:solidFill>
                  <a:srgbClr val="FFFFFF"/>
                </a:solidFill>
              </a:rPr>
              <a:t>Client-side checks voor UX, Server-side voor security.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0F63"/>
                </a:solidFill>
              </a:rPr>
              <a:t>● </a:t>
            </a:r>
            <a:r>
              <a:rPr lang="en-US" sz="2000" dirty="0">
                <a:solidFill>
                  <a:srgbClr val="FFFFFF"/>
                </a:solidFill>
              </a:rPr>
              <a:t>Foutmeldingen zijn essentieel voor een goede Auth UI.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C88B9"/>
                </a:solidFill>
              </a:rPr>
              <a:t>Volgende les: Prisma Modellen &amp; Database Design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F9AF658293164BB79FBE9D3C080535" ma:contentTypeVersion="10" ma:contentTypeDescription="Create a new document." ma:contentTypeScope="" ma:versionID="8cb0a08db21c04f46331624ee0b2b29f">
  <xsd:schema xmlns:xsd="http://www.w3.org/2001/XMLSchema" xmlns:xs="http://www.w3.org/2001/XMLSchema" xmlns:p="http://schemas.microsoft.com/office/2006/metadata/properties" xmlns:ns2="a56ccd50-7f31-40c7-8f95-996b44d632f4" xmlns:ns3="d9fa095d-2a55-41bd-8ea7-9b422472dbdb" targetNamespace="http://schemas.microsoft.com/office/2006/metadata/properties" ma:root="true" ma:fieldsID="e0f8f1dc64b7f3072784758f00cce14b" ns2:_="" ns3:_="">
    <xsd:import namespace="a56ccd50-7f31-40c7-8f95-996b44d632f4"/>
    <xsd:import namespace="d9fa095d-2a55-41bd-8ea7-9b422472db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6ccd50-7f31-40c7-8f95-996b44d632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27928d4-2fba-4575-b28c-4dd47955e2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fa095d-2a55-41bd-8ea7-9b422472dbd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664874c-202a-48a7-b948-1f0c16b5d4ee}" ma:internalName="TaxCatchAll" ma:showField="CatchAllData" ma:web="d9fa095d-2a55-41bd-8ea7-9b422472db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fa095d-2a55-41bd-8ea7-9b422472dbdb" xsi:nil="true"/>
    <lcf76f155ced4ddcb4097134ff3c332f xmlns="a56ccd50-7f31-40c7-8f95-996b44d632f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533387-E8C4-4E16-A519-CD71B7703F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6ccd50-7f31-40c7-8f95-996b44d632f4"/>
    <ds:schemaRef ds:uri="d9fa095d-2a55-41bd-8ea7-9b422472db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F45495-5402-464D-BB6E-F318D8A7EEBE}">
  <ds:schemaRefs>
    <ds:schemaRef ds:uri="http://schemas.microsoft.com/office/2006/metadata/properties"/>
    <ds:schemaRef ds:uri="http://schemas.microsoft.com/office/infopath/2007/PartnerControls"/>
    <ds:schemaRef ds:uri="d9fa095d-2a55-41bd-8ea7-9b422472dbdb"/>
    <ds:schemaRef ds:uri="a56ccd50-7f31-40c7-8f95-996b44d632f4"/>
  </ds:schemaRefs>
</ds:datastoreItem>
</file>

<file path=customXml/itemProps3.xml><?xml version="1.0" encoding="utf-8"?>
<ds:datastoreItem xmlns:ds="http://schemas.openxmlformats.org/officeDocument/2006/customXml" ds:itemID="{BFDE9800-59BD-4A9F-9B6D-4CDA75FBA9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Diavoorstelling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1" baseType="lpstr"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 Blok 2 – Les 2 - Auth UI &amp; Rolgebaseerde Toegang</dc:title>
  <dc:subject>PptxGenJS Presentation</dc:subject>
  <dc:creator>Next.js Curriculum</dc:creator>
  <cp:lastModifiedBy>Next.js Curriculum</cp:lastModifiedBy>
  <cp:revision>3</cp:revision>
  <dcterms:created xsi:type="dcterms:W3CDTF">2026-02-10T07:24:33Z</dcterms:created>
  <dcterms:modified xsi:type="dcterms:W3CDTF">2026-03-24T09:02:16Z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0x0101008EF9AF658293164BB79FBE9D3C080535</vt:lpwstr>
  </property>
  <property fmtid="{D5CDD505-2E9C-101B-9397-08002B2CF9AE}" pid="3" name="MediaServiceImageTags">
    <vt:lpwstr/>
  </property>
</Properties>
</file>