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91CB22-B97F-46FE-8661-16D1FDA5DA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6E9292-BE6F-476D-A3E8-1EFA17517C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71DFAE-1769-45F5-B320-0AA1A67EEF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4A64D5-953C-4018-80B9-B0B5FCA65F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9023F-83A2-48EF-96D5-566B797153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4C820-69F7-4F04-BDE1-B6AEBC4119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02790-92DD-43A2-83E2-2BFAD2006F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06D28-E75B-475E-A4E6-1699D52621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3CF49B-E478-400D-84DA-55409DA58F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D4050B-F8EB-4D69-8F47-173C33FE9C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43CAA-584A-4ABF-86CB-505BC61815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35B09E-9164-44AE-9AB7-BE9539BE8C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1097280"/>
            <a:ext cx="53031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Next.js Server Actions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219456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34D399"/>
                </a:solidFill>
                <a:effectLst/>
                <a:uFillTx/>
                <a:latin typeface="Calibri"/>
                <a:ea typeface="Calibri"/>
              </a:rPr>
              <a:t>Met Prisma, 'use server' &amp; 'use client'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" y="2926080"/>
            <a:ext cx="2285640" cy="36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329184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MBO 4  — ROC Mondriaan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31520" y="3931920"/>
            <a:ext cx="1462680" cy="3654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31520" y="3931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Next.js 16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6217920" y="914400"/>
            <a:ext cx="2559960" cy="27428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400800" y="1097280"/>
            <a:ext cx="21942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"use server"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async function create(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formData: FormData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) {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  await prisma.post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    .create({ ... })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Wat zijn Server Actions?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731520" y="1188720"/>
            <a:ext cx="768060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/>
          <p:cNvPicPr/>
          <p:nvPr/>
        </p:nvPicPr>
        <p:blipFill>
          <a:blip r:embed="rId3"/>
          <a:stretch/>
        </p:blipFill>
        <p:spPr>
          <a:xfrm>
            <a:off x="1005840" y="14173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3"/>
          <p:cNvSpPr/>
          <p:nvPr/>
        </p:nvSpPr>
        <p:spPr>
          <a:xfrm>
            <a:off x="1645920" y="12344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Functies die direct op de server draaien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645920" y="160020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Je schrijft een functie met "use server" en Next.js zorgt dat deze veilig op de server wordt uitgevoerd.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731520" y="2377440"/>
            <a:ext cx="768060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1" descr="preencoded.png"/>
          <p:cNvPicPr/>
          <p:nvPr/>
        </p:nvPicPr>
        <p:blipFill>
          <a:blip r:embed="rId4"/>
          <a:stretch/>
        </p:blipFill>
        <p:spPr>
          <a:xfrm>
            <a:off x="1005840" y="26060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6"/>
          <p:cNvSpPr/>
          <p:nvPr/>
        </p:nvSpPr>
        <p:spPr>
          <a:xfrm>
            <a:off x="1645920" y="24231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Direct database-toegang met Prisma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645920" y="278892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Geen aparte API route nodig — je roept Prisma direct aan in je Server Action.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731520" y="3566160"/>
            <a:ext cx="7680600" cy="1005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2" descr="preencoded.png"/>
          <p:cNvPicPr/>
          <p:nvPr/>
        </p:nvPicPr>
        <p:blipFill>
          <a:blip r:embed="rId5"/>
          <a:stretch/>
        </p:blipFill>
        <p:spPr>
          <a:xfrm>
            <a:off x="1005840" y="379476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1645920" y="36118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Ideaal voor formulieren en data-mutaties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1645920" y="397764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Gebruik de action-prop op een &lt;form&gt; en Next.js handelt alles af — zonder extra fetch-code.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Server Actions vs API Routes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Table 0"/>
          <p:cNvGraphicFramePr/>
          <p:nvPr/>
        </p:nvGraphicFramePr>
        <p:xfrm>
          <a:off x="457200" y="1097280"/>
          <a:ext cx="8229600" cy="3429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Server Actions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API Routes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Locatie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 component of apart bestand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app/api/route.ts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Aanroep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action={myAction} of direct call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fetch('/api/...')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 safety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Automatisch — TypeScript end-to-end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Handmatig — je moet types zelf matchen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Minder boilerplate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Meer bestanden, meer code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Gebruik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Formulieren, mutaties (CRUD)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Externe API's, webhooks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Beveiliging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Automatisch server-only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Publiek endpoint — zelf beveiligen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475569"/>
                      </a:solidFill>
                      <a:prstDash val="solid"/>
                    </a:lnL>
                    <a:lnR w="6480">
                      <a:solidFill>
                        <a:srgbClr val="475569"/>
                      </a:solidFill>
                      <a:prstDash val="solid"/>
                    </a:lnR>
                    <a:lnT w="6480">
                      <a:solidFill>
                        <a:srgbClr val="475569"/>
                      </a:solidFill>
                      <a:prstDash val="solid"/>
                    </a:lnT>
                    <a:lnB w="6480">
                      <a:solidFill>
                        <a:srgbClr val="475569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Shape 2"/>
          <p:cNvSpPr/>
          <p:nvPr/>
        </p:nvSpPr>
        <p:spPr>
          <a:xfrm>
            <a:off x="457200" y="4572000"/>
            <a:ext cx="8229240" cy="411120"/>
          </a:xfrm>
          <a:prstGeom prst="rect">
            <a:avLst/>
          </a:prstGeom>
          <a:solidFill>
            <a:srgbClr val="164E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3"/>
          <a:stretch/>
        </p:blipFill>
        <p:spPr>
          <a:xfrm>
            <a:off x="640080" y="46177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3"/>
          <p:cNvSpPr/>
          <p:nvPr/>
        </p:nvSpPr>
        <p:spPr>
          <a:xfrm>
            <a:off x="1005840" y="4572000"/>
            <a:ext cx="7497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BBF24"/>
                </a:solidFill>
                <a:effectLst/>
                <a:uFillTx/>
                <a:latin typeface="Calibri"/>
                <a:ea typeface="Calibri"/>
              </a:rPr>
              <a:t>Tip: Gebruik Server Actions voor interne CRUD. API Routes blijven nuttig voor externe integraties.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"use server" vs "use client"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457200" y="1188720"/>
            <a:ext cx="3931560" cy="34743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457200" y="1188720"/>
            <a:ext cx="72720" cy="347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77240" y="132588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"use server"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777240" y="1874520"/>
            <a:ext cx="338292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Draait op de server (Node.js)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Heeft toegang tot database (Prisma)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Kan NIET useState/useEffect gebruiken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Veilig voor gevoelige operaties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Bovenaan bestand of in functie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4754880" y="1188720"/>
            <a:ext cx="3931560" cy="34743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4754880" y="1188720"/>
            <a:ext cx="72720" cy="347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5074920" y="132588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"use client"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5074920" y="1874520"/>
            <a:ext cx="338292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Draait in de browser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Kan useState, useEffect, onClick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GEEN directe database-toegang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Voor interactieve UI-elementen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8FA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Bovenaan het bestand declareren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457200" y="4754880"/>
            <a:ext cx="8229240" cy="270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457200" y="4846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Standaard is elk component in Next.js een Server Component — je hoeft alleen 'use client' toe te voegen als je interactiviteit nodig hebt.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Voorbeeld: Server Action + Prisma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731520" y="1051560"/>
            <a:ext cx="2559960" cy="31968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731520" y="10515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app/actions/post.ts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731520" y="1463040"/>
            <a:ext cx="7680600" cy="32000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1005840" y="1600200"/>
            <a:ext cx="72234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"use server"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import { prisma } from "@/lib/prisma"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import { revalidatePath } from "next/cache"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export async function createPost(formData: FormData) 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const title = formData.get("title") as string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const content = formData.get("content") as string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await prisma.post.create({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  data: { title, content 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})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  revalidatePath("/posts")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731520" y="4754880"/>
            <a:ext cx="3657240" cy="319680"/>
          </a:xfrm>
          <a:prstGeom prst="rect">
            <a:avLst/>
          </a:prstGeom>
          <a:solidFill>
            <a:srgbClr val="164E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</a:p>
        </p:txBody>
      </p:sp>
      <p:sp>
        <p:nvSpPr>
          <p:cNvPr id="58" name="Text 7"/>
          <p:cNvSpPr/>
          <p:nvPr/>
        </p:nvSpPr>
        <p:spPr>
          <a:xfrm>
            <a:off x="731520" y="47548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152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Calibri"/>
                <a:ea typeface="Calibri"/>
              </a:rPr>
              <a:t>Bovenaan: "use server" maakt het een Server Action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4754880" y="4754880"/>
            <a:ext cx="3657240" cy="319680"/>
          </a:xfrm>
          <a:prstGeom prst="rect">
            <a:avLst/>
          </a:prstGeom>
          <a:solidFill>
            <a:srgbClr val="1E2A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4754880" y="47548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152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revalidatePath() ververst de cache na mutatie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Voorbeeld: Formulier met Server Action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731520" y="1051560"/>
            <a:ext cx="2925720" cy="319680"/>
          </a:xfrm>
          <a:prstGeom prst="roundRect">
            <a:avLst>
              <a:gd name="adj" fmla="val 22857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731520" y="1051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app/posts/new/page.tsx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731520" y="1463040"/>
            <a:ext cx="7680600" cy="320004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005840" y="1600200"/>
            <a:ext cx="72234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import { createPost } from "@/app/actions/post"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export default function NewPostPage() {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return (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  &lt;form action={createPost}&gt;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    &lt;input name="title" placeholder="Titel" /&gt;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    &lt;textarea name="content" /&gt;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      &lt;button type="submit"&gt;Opslaan&lt;/button&gt;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  &lt;/form&gt;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731520" y="4754880"/>
            <a:ext cx="7680600" cy="319680"/>
          </a:xfrm>
          <a:prstGeom prst="rect">
            <a:avLst/>
          </a:prstGeom>
          <a:solidFill>
            <a:srgbClr val="164E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731520" y="475488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152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4D399"/>
                </a:solidFill>
                <a:effectLst/>
                <a:uFillTx/>
                <a:latin typeface="Calibri"/>
                <a:ea typeface="Calibri"/>
              </a:rPr>
              <a:t>Geen fetch(), geen API route, geen useState — gewoon action={createPost} op het formulier!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Hoe werkt de flow?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548640" y="1371600"/>
            <a:ext cx="1828440" cy="21942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1143000" y="1554480"/>
            <a:ext cx="639720" cy="639720"/>
          </a:xfrm>
          <a:prstGeom prst="ellipse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3"/>
          <a:stretch/>
        </p:blipFill>
        <p:spPr>
          <a:xfrm>
            <a:off x="1261800" y="167328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4"/>
          <p:cNvSpPr/>
          <p:nvPr/>
        </p:nvSpPr>
        <p:spPr>
          <a:xfrm>
            <a:off x="54864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Browser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685800" y="274320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Gebruiker vult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formulier 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2560320" y="1371600"/>
            <a:ext cx="1828440" cy="21942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3154680" y="1554480"/>
            <a:ext cx="639720" cy="639720"/>
          </a:xfrm>
          <a:prstGeom prst="ellipse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1" descr="preencoded.png"/>
          <p:cNvPicPr/>
          <p:nvPr/>
        </p:nvPicPr>
        <p:blipFill>
          <a:blip r:embed="rId4"/>
          <a:stretch/>
        </p:blipFill>
        <p:spPr>
          <a:xfrm>
            <a:off x="3273480" y="167328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8"/>
          <p:cNvSpPr/>
          <p:nvPr/>
        </p:nvSpPr>
        <p:spPr>
          <a:xfrm>
            <a:off x="256032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Next.js Server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2697480" y="274320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Server Action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wordt uitgevoerd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4572000" y="1371600"/>
            <a:ext cx="1828440" cy="21942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5166360" y="1554480"/>
            <a:ext cx="639720" cy="639720"/>
          </a:xfrm>
          <a:prstGeom prst="ellipse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2" descr="preencoded.png"/>
          <p:cNvPicPr/>
          <p:nvPr/>
        </p:nvPicPr>
        <p:blipFill>
          <a:blip r:embed="rId5"/>
          <a:stretch/>
        </p:blipFill>
        <p:spPr>
          <a:xfrm>
            <a:off x="5285160" y="167328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2"/>
          <p:cNvSpPr/>
          <p:nvPr/>
        </p:nvSpPr>
        <p:spPr>
          <a:xfrm>
            <a:off x="457200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Prisma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4709160" y="274320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query uitvoeren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6583680" y="1371600"/>
            <a:ext cx="1828440" cy="21942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7178040" y="1554480"/>
            <a:ext cx="639720" cy="639720"/>
          </a:xfrm>
          <a:prstGeom prst="ellipse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3" descr="preencoded.png"/>
          <p:cNvPicPr/>
          <p:nvPr/>
        </p:nvPicPr>
        <p:blipFill>
          <a:blip r:embed="rId4"/>
          <a:stretch/>
        </p:blipFill>
        <p:spPr>
          <a:xfrm>
            <a:off x="7296840" y="167328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6"/>
          <p:cNvSpPr/>
          <p:nvPr/>
        </p:nvSpPr>
        <p:spPr>
          <a:xfrm>
            <a:off x="658368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Revalidate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6720840" y="274320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Cache verversen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&amp; UI updaten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2423160" y="2468880"/>
            <a:ext cx="9144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4434840" y="2468880"/>
            <a:ext cx="9144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0"/>
          <p:cNvSpPr/>
          <p:nvPr/>
        </p:nvSpPr>
        <p:spPr>
          <a:xfrm>
            <a:off x="6446520" y="2468880"/>
            <a:ext cx="9144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457200" y="1280160"/>
            <a:ext cx="319680" cy="3196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457200" y="1280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3"/>
          <p:cNvSpPr/>
          <p:nvPr/>
        </p:nvSpPr>
        <p:spPr>
          <a:xfrm>
            <a:off x="2468880" y="1280160"/>
            <a:ext cx="319680" cy="3196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2468880" y="1280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5"/>
          <p:cNvSpPr/>
          <p:nvPr/>
        </p:nvSpPr>
        <p:spPr>
          <a:xfrm>
            <a:off x="4480560" y="1280160"/>
            <a:ext cx="319680" cy="3196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6"/>
          <p:cNvSpPr/>
          <p:nvPr/>
        </p:nvSpPr>
        <p:spPr>
          <a:xfrm>
            <a:off x="4480560" y="1280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7"/>
          <p:cNvSpPr/>
          <p:nvPr/>
        </p:nvSpPr>
        <p:spPr>
          <a:xfrm>
            <a:off x="6492240" y="1280160"/>
            <a:ext cx="319680" cy="3196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6492240" y="1280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731520" y="43891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 gebruiker merkt niets van de server — het voelt als een gewone form submit, maar alles draait veilig server-side.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Client Component + Server Action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731520" y="86868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Je kunt een Server Action ook aanroepen vanuit een Client Component!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731520" y="1280160"/>
            <a:ext cx="7680600" cy="329148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731520" y="1280160"/>
            <a:ext cx="2742840" cy="27396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31520" y="12801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components/DeleteButton.tsx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005840" y="1691640"/>
            <a:ext cx="72234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"use client"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import { deletePost } from "@/app/actions/post"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export function DeleteButton({ id }: { id: string }) 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return (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  &lt;button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    onClick={() =&gt; deletePost(id)}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      className="text-red-500"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  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      Verwijderen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  &lt;/button&gt;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731520" y="4663440"/>
            <a:ext cx="7680600" cy="365400"/>
          </a:xfrm>
          <a:prstGeom prst="rect">
            <a:avLst/>
          </a:prstGeom>
          <a:solidFill>
            <a:srgbClr val="1E2A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731520" y="46634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152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"use client" = interactiviteit (onClick)  |  De deletePost functie zelf draait nog steeds op de server!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Prisma + Server Actions — Setup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731520" y="1188720"/>
            <a:ext cx="411120" cy="4111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731520" y="1188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1280160" y="11887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Prisma singleton aanmaken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731520" y="1737360"/>
            <a:ext cx="4571640" cy="13712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914400" y="182880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// lib/prisma.ts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import { PrismaClient } from "@prisma/client"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const globalForPrisma = globalThis as unknown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  as { prisma: PrismaClient | undefined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export const prisma =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globalForPrisma.prisma ?? new PrismaClient()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5669280" y="1188720"/>
            <a:ext cx="411120" cy="4111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5669280" y="1188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6217920" y="11887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Server Action schrijven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5669280" y="1737360"/>
            <a:ext cx="3200040" cy="13712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5852160" y="182880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"use server"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import { prisma } from "@/lib/prisma"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export async function getData()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  return prisma.user.findMany()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731520" y="3383280"/>
            <a:ext cx="411120" cy="4111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731520" y="33832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1280160" y="33832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Gebruiken in je component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731520" y="3931920"/>
            <a:ext cx="8137800" cy="914040"/>
          </a:xfrm>
          <a:prstGeom prst="rect">
            <a:avLst/>
          </a:prstGeom>
          <a:solidFill>
            <a:srgbClr val="0D11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914400" y="397764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// Server Component — geen 'use client' nodig!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import { getData } from "@/app/actions/user"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export default async function UsersPage()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  const users = await getData()    // Direct aanroepen!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  return &lt;ul&gt;{users.map(u =&gt; &lt;li key={u.id}&gt;{u.name}&lt;/li&gt;)}&lt;/ul&gt;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Waarom Server Actions gebruiken?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731520" y="1097280"/>
            <a:ext cx="768060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3"/>
          <a:stretch/>
        </p:blipFill>
        <p:spPr>
          <a:xfrm>
            <a:off x="1005840" y="12801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3"/>
          <p:cNvSpPr/>
          <p:nvPr/>
        </p:nvSpPr>
        <p:spPr>
          <a:xfrm>
            <a:off x="1600200" y="11430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Minder code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1600200" y="148140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Geen aparte API routes, geen fetch calls, geen request/response parsing. Alles in één functie.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731520" y="2057400"/>
            <a:ext cx="768060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1" descr="preencoded.png"/>
          <p:cNvPicPr/>
          <p:nvPr/>
        </p:nvPicPr>
        <p:blipFill>
          <a:blip r:embed="rId4"/>
          <a:stretch/>
        </p:blipFill>
        <p:spPr>
          <a:xfrm>
            <a:off x="100584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6"/>
          <p:cNvSpPr/>
          <p:nvPr/>
        </p:nvSpPr>
        <p:spPr>
          <a:xfrm>
            <a:off x="1600200" y="210312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Veiliger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1600200" y="24415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Server Actions draaien nooit in de browser. Gevoelige logica en database-queries blijven op de server.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731520" y="3017520"/>
            <a:ext cx="768060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2" descr="preencoded.png"/>
          <p:cNvPicPr/>
          <p:nvPr/>
        </p:nvPicPr>
        <p:blipFill>
          <a:blip r:embed="rId5"/>
          <a:stretch/>
        </p:blipFill>
        <p:spPr>
          <a:xfrm>
            <a:off x="1005840" y="3200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9"/>
          <p:cNvSpPr/>
          <p:nvPr/>
        </p:nvSpPr>
        <p:spPr>
          <a:xfrm>
            <a:off x="1600200" y="30632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Type-safe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1600200" y="340164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TypeScript types werken end-to-end — van je actie tot je component. Geen losse contracten.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731520" y="3977640"/>
            <a:ext cx="7680600" cy="8226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blurRad="50760" dist="12218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3" descr="preencoded.png"/>
          <p:cNvPicPr/>
          <p:nvPr/>
        </p:nvPicPr>
        <p:blipFill>
          <a:blip r:embed="rId6"/>
          <a:stretch/>
        </p:blipFill>
        <p:spPr>
          <a:xfrm>
            <a:off x="1005840" y="41605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12"/>
          <p:cNvSpPr/>
          <p:nvPr/>
        </p:nvSpPr>
        <p:spPr>
          <a:xfrm>
            <a:off x="1600200" y="40233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Simpele CRUD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1600200" y="436176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Create, Read, Update, Delete met Prisma in een paar regels code. Ideaal voor je projecten.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Trebuchet MS"/>
                <a:ea typeface="Trebuchet MS"/>
              </a:rPr>
              <a:t>Samenvatting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731520" y="1188720"/>
            <a:ext cx="2011320" cy="31968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731520" y="1188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"use server"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2926080" y="118872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Markeer een functie/bestand als server-side — voor database-operaties met Prisma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731520" y="1691640"/>
            <a:ext cx="7680600" cy="864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731520" y="1920240"/>
            <a:ext cx="2011320" cy="31968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731520" y="19202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"use client"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2926080" y="19202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Markeer een component als client-side — voor interactiviteit (useState, onClick, etc.)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731520" y="2423160"/>
            <a:ext cx="7680600" cy="864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731520" y="2651760"/>
            <a:ext cx="2011320" cy="31968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731520" y="2651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Server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2926080" y="265176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Vervangen API routes voor interne mutaties — minder code, meer veiligheid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731520" y="3154680"/>
            <a:ext cx="7680600" cy="864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731520" y="3383280"/>
            <a:ext cx="2011320" cy="31968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731520" y="33832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2926080" y="33832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Roep je database direct aan in Server Actions — geen fetch of API route nodig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731520" y="3886200"/>
            <a:ext cx="7680600" cy="864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731520" y="4114800"/>
            <a:ext cx="2011320" cy="31968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731520" y="4114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onsolas"/>
                <a:ea typeface="Consolas"/>
              </a:rPr>
              <a:t>revalidatePath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2926080" y="411480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Ververs de pagina-cache na een data-mutatie zodat de UI direct up-to-date 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9AF658293164BB79FBE9D3C080535" ma:contentTypeVersion="10" ma:contentTypeDescription="Create a new document." ma:contentTypeScope="" ma:versionID="8cb0a08db21c04f46331624ee0b2b29f">
  <xsd:schema xmlns:xsd="http://www.w3.org/2001/XMLSchema" xmlns:xs="http://www.w3.org/2001/XMLSchema" xmlns:p="http://schemas.microsoft.com/office/2006/metadata/properties" xmlns:ns2="a56ccd50-7f31-40c7-8f95-996b44d632f4" xmlns:ns3="d9fa095d-2a55-41bd-8ea7-9b422472dbdb" targetNamespace="http://schemas.microsoft.com/office/2006/metadata/properties" ma:root="true" ma:fieldsID="e0f8f1dc64b7f3072784758f00cce14b" ns2:_="" ns3:_="">
    <xsd:import namespace="a56ccd50-7f31-40c7-8f95-996b44d632f4"/>
    <xsd:import namespace="d9fa095d-2a55-41bd-8ea7-9b422472db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ccd50-7f31-40c7-8f95-996b44d632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7928d4-2fba-4575-b28c-4dd47955e2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fa095d-2a55-41bd-8ea7-9b422472db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64874c-202a-48a7-b948-1f0c16b5d4ee}" ma:internalName="TaxCatchAll" ma:showField="CatchAllData" ma:web="d9fa095d-2a55-41bd-8ea7-9b422472db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fa095d-2a55-41bd-8ea7-9b422472dbdb" xsi:nil="true"/>
    <lcf76f155ced4ddcb4097134ff3c332f xmlns="a56ccd50-7f31-40c7-8f95-996b44d632f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26D8DF-2E58-43C1-B5CA-7553014D72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576CAF-8064-4667-B131-35996C732137}"/>
</file>

<file path=customXml/itemProps3.xml><?xml version="1.0" encoding="utf-8"?>
<ds:datastoreItem xmlns:ds="http://schemas.openxmlformats.org/officeDocument/2006/customXml" ds:itemID="{774A544B-5A2B-4575-B0EB-52E40105DCF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On-screen Show (16:9)</PresentationFormat>
  <Paragraphs>0</Paragraphs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Server Actions</dc:title>
  <dc:subject>PptxGenJS Presentation</dc:subject>
  <dc:creator>Bas - ROC Mondriaan</dc:creator>
  <dc:description/>
  <cp:lastModifiedBy/>
  <cp:revision>3</cp:revision>
  <dcterms:created xsi:type="dcterms:W3CDTF">2026-03-12T07:46:23Z</dcterms:created>
  <dcterms:modified xsi:type="dcterms:W3CDTF">2026-03-16T08:20:03Z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  <property fmtid="{D5CDD505-2E9C-101B-9397-08002B2CF9AE}" pid="5" name="ContentTypeId">
    <vt:lpwstr>0x0101008EF9AF658293164BB79FBE9D3C080535</vt:lpwstr>
  </property>
</Properties>
</file>