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de eerste les van Blok 2. Vandaag gaan we aan de slag met authenticatie in Next.js met behulp van NextAuth.js.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Aan het einde van deze les kun je een basis authenticatie systeem opzetten en routes beschermen.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Onthoud: Eerst authenticatie, dan autorisatie. Je moet weten wie iemand is voordat je bepaalt wat ze mogen.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NextAuth gebruikt standaard JWT. Dit is handig omdat de server geen sessie-data hoeft te onthouden.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NextAuth is modulair. Je kunt makkelijk providers toevoegen of de flow aanpassen met callbacks.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Bcrypt gebruiken we om wachtwoorden veilig te hashen voordat we ze opslaan.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het hart van je authenticatie. De [...nextauth] syntax zorgt ervoor dat alle auth requests hier worden afgehandeld.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Veiligheid voorop: Sla nooit plain-text wachtwoorden op en vergelijk ze altijd met bcrypt.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is de meest efficiënte manier om hele secties van je site te beveiligen.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 nu zelf aan de slag met de oefeningen in de reader. Succes!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0F63"/>
                </a:solidFill>
              </a:rPr>
              <a:t>Next.js Blok 2 – Les 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9199"/>
                </a:solidFill>
              </a:rPr>
              <a:t>NextAuth.js Setup &amp; Credential Provider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99"/>
                </a:solidFill>
              </a:rPr>
              <a:t>Datum: 10 februari 2026
</a:t>
            </a:r>
            <a:pPr indent="0" marL="0">
              <a:buNone/>
            </a:pPr>
            <a:r>
              <a:rPr lang="en-US" sz="1400" dirty="0">
                <a:solidFill>
                  <a:srgbClr val="8A9199"/>
                </a:solidFill>
              </a:rPr>
              <a:t>Opleiding: MBO 4 Software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Lesdoelen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</a:rPr>
              <a:t>Begrijpen van het verschil tussen authenticatie en autorisatie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</a:rPr>
              <a:t>Kennis van Session vs JWT flows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</a:rPr>
              <a:t>NextAuth.js kunnen installeren en configureren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</a:rPr>
              <a:t>Credential Provider implementeren voor email/wachtwoord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</a:rPr>
              <a:t>Beveiligde routes implementeren via middleware.ts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Authenticatie vs. Autorisatie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0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F63"/>
                </a:solidFill>
              </a:rPr>
              <a:t>Authenticatie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199"/>
                </a:solidFill>
              </a:rPr>
              <a:t>Wie ben je?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Het proces van het verifiëren van de identiteit van een gebruiker (bijv. via login).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2743200"/>
          </a:xfrm>
          <a:prstGeom prst="rect">
            <a:avLst/>
          </a:prstGeom>
          <a:solidFill>
            <a:srgbClr val="F8F9FA"/>
          </a:solidFill>
          <a:ln w="25400">
            <a:solidFill>
              <a:srgbClr val="8A91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199"/>
                </a:solidFill>
              </a:rPr>
              <a:t>Autorisatie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199"/>
                </a:solidFill>
              </a:rPr>
              <a:t>Wat mag je?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Het proces van het controleren of een geverifieerde gebruiker toegang heeft tot specifieke resources.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Sessions vs. JSON Web Tokens (JWT)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Kenmerk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JWT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F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Opslag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Server-side (Database/Redis)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Client-side (Cookie/LocalStorage)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Stateful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Stateless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Schaalbaarheid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Lastiger bij veel servers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Zeer schaalbaar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NextAuth Default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Optioneel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Standaard (Default)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NextAuth.js Architectuur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F63"/>
                </a:solidFill>
              </a:rPr>
              <a:t>1. Providers: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 bron van authenticatie (Credentials, Google, GitHub).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0F63"/>
                </a:solidFill>
              </a:rPr>
              <a:t>2. Callbacks: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Functies die acties uitvoeren tijdens de auth flow (jwt, session).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0F63"/>
                </a:solidFill>
              </a:rPr>
              <a:t>3. Pages: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Custom login/error pagina's.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0F63"/>
                </a:solidFill>
              </a:rPr>
              <a:t>4. Session Strategy: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Hoe de sessie wordt bijgehouden (JWT of Database).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Setup &amp; Installatie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Installeer de benodigde packages: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next-auth bcrypt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-D @types/bcrypt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Voeg omgevingsvariabelen toe aan .env: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NEXTAUTH_SECRET=jouw_geheime_sleutel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0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NEXTAUTH_URL=http://localhost:3000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De Auth Route Handler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199"/>
                </a:solidFill>
              </a:rPr>
              <a:t>app/api/auth/[...nextauth]/route.ts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NextAuth from "next-auth";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CredentialsProvider from "next-auth/providers/credentials";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handler = NextAuth({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providers: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CredentialsProvider({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"Credentials",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credentials: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email: { label: "Email", type: "email"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password: { label: "Password", type: "password"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async authorize(credentials)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Validatie logica hier...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{ handler as GET, handler as POST };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Credential Provider Configureren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De authorize functie is cruciaal: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1. Zoek de gebruiker in de database.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2. Vergelijk het wachtwoord met bcrypt.compare().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3. Return user object bij succes.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4. Return null bij falen.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47A1"/>
                </a:solidFill>
              </a:rPr>
              <a:t>Tip: Gebruik Zod om de credentials input te valideren voordat je de database raadpleegt.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Route Bescherming: Middleware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199"/>
                </a:solidFill>
              </a:rPr>
              <a:t>middleware.ts (in de root)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{ default } from "next-auth/middleware";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config = {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matcher: ["/dashboard/:path*", "/admin/:path*"]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Dit zorgt ervoor dat niet-ingelogde gebruikers automatisch worden doorgestuurd naar de login pagina voor de opgegeven routes.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F63"/>
                </a:solidFill>
              </a:rPr>
              <a:t>Samenvatting &amp; Volgende Stappen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Authenticatie vs Autorisatie begrepen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NextAuth.js geïnstalleerd en geconfigureerd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Credential Provider opgezet met bcrypt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Routes beveiligd met middleware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Volgende les: Auth UI &amp; Rolgebaseerde Toegang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9AF658293164BB79FBE9D3C080535" ma:contentTypeVersion="10" ma:contentTypeDescription="Create a new document." ma:contentTypeScope="" ma:versionID="8cb0a08db21c04f46331624ee0b2b29f">
  <xsd:schema xmlns:xsd="http://www.w3.org/2001/XMLSchema" xmlns:xs="http://www.w3.org/2001/XMLSchema" xmlns:p="http://schemas.microsoft.com/office/2006/metadata/properties" xmlns:ns2="a56ccd50-7f31-40c7-8f95-996b44d632f4" xmlns:ns3="d9fa095d-2a55-41bd-8ea7-9b422472dbdb" targetNamespace="http://schemas.microsoft.com/office/2006/metadata/properties" ma:root="true" ma:fieldsID="e0f8f1dc64b7f3072784758f00cce14b" ns2:_="" ns3:_="">
    <xsd:import namespace="a56ccd50-7f31-40c7-8f95-996b44d632f4"/>
    <xsd:import namespace="d9fa095d-2a55-41bd-8ea7-9b422472db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ccd50-7f31-40c7-8f95-996b44d63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a095d-2a55-41bd-8ea7-9b422472db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64874c-202a-48a7-b948-1f0c16b5d4ee}" ma:internalName="TaxCatchAll" ma:showField="CatchAllData" ma:web="d9fa095d-2a55-41bd-8ea7-9b422472db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fa095d-2a55-41bd-8ea7-9b422472dbdb" xsi:nil="true"/>
    <lcf76f155ced4ddcb4097134ff3c332f xmlns="a56ccd50-7f31-40c7-8f95-996b44d632f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70D2296-DB39-4739-8C15-C9A6DA0CD37B}"/>
</file>

<file path=customXml/itemProps2.xml><?xml version="1.0" encoding="utf-8"?>
<ds:datastoreItem xmlns:ds="http://schemas.openxmlformats.org/officeDocument/2006/customXml" ds:itemID="{93E27DF3-C26D-4C40-8078-3CD2E72B0323}"/>
</file>

<file path=customXml/itemProps3.xml><?xml version="1.0" encoding="utf-8"?>
<ds:datastoreItem xmlns:ds="http://schemas.openxmlformats.org/officeDocument/2006/customXml" ds:itemID="{C3A20E7E-6F0C-4FF1-8E9A-7DD56762AD9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Blok 2 – Les 1</dc:title>
  <dc:subject>PptxGenJS Presentation</dc:subject>
  <dc:creator>ROC Mondriaan</dc:creator>
  <cp:lastModifiedBy>ROC Mondriaan</cp:lastModifiedBy>
  <cp:revision>1</cp:revision>
  <dcterms:created xsi:type="dcterms:W3CDTF">2026-02-10T07:21:33Z</dcterms:created>
  <dcterms:modified xsi:type="dcterms:W3CDTF">2026-02-10T07:21:33Z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0x0101008EF9AF658293164BB79FBE9D3C080535</vt:lpwstr>
  </property>
</Properties>
</file>