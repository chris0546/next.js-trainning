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D6868-4295-40C2-B226-72B3B6345E44}" type="datetimeFigureOut"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5A961-B1F3-43BB-9E10-E9506BB7724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11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199"/>
                </a:solidFill>
              </a:rPr>
              <a:t>Next.js Blok 2 – Les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Next.js Blok 2 – Les 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</a:rPr>
              <a:t>Prisma Schema &amp; Relaties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199"/>
                </a:solidFill>
              </a:rPr>
              <a:t>10 februari 2026 | MBO 4 Software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F63"/>
                </a:solidFill>
              </a:rPr>
              <a:t>Leerdoelen van vandaag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</a:rPr>
              <a:t>De syntax van het Prisma schema begrijpen en toepassen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</a:rPr>
              <a:t>Verschillende datatypes en attributen correct gebruiken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</a:rPr>
              <a:t>One-to-Many en Many-to-Many relaties implementeren</a:t>
            </a:r>
            <a:endParaRPr lang="en-US" sz="1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</a:rPr>
              <a:t>Database migraties uitvoeren met Prisma Migrate</a:t>
            </a:r>
            <a:endParaRPr lang="en-US" sz="1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</a:rPr>
              <a:t>De database visueel beheren en vullen met seed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F63"/>
                </a:solidFill>
              </a:rPr>
              <a:t>Wat is Prisma ORM?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8A91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De brug tussen Code &amp; Database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Type-safe database client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Geautomatiseerde migraties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Intuïtieve schema syntax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Ondersteunt MySQL, PostgreSQL, SQLite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2004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3840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199"/>
                </a:solidFill>
              </a:rPr>
              <a:t>Prisma vervangt complexe SQL queries door een krachtige, type-safe API die direct aansluit op je TypeScript types.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F63"/>
                </a:solidFill>
              </a:rPr>
              <a:t>Het Prisma Schema: Modellen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User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Int     @id @default(autoincrement())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String  @unique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String?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posts Post[]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F63"/>
                </a:solidFill>
              </a:rPr>
              <a:t>Belangrijke concepten: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Model: Definieert een database tabel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Velden: Kolommen met een type (String, Int)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Attributen: Metadata zoals @id of @unique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Optioneel: Vraagteken (?) achter het type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F63"/>
                </a:solidFill>
              </a:rPr>
              <a:t>Relaties: One-to-Many (1:N)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FF0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solidFill>
            <a:srgbClr val="FF0F6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User (1)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id, email, name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194560"/>
            <a:ext cx="0" cy="731520"/>
          </a:xfrm>
          <a:prstGeom prst="line">
            <a:avLst/>
          </a:prstGeom>
          <a:noFill/>
          <a:ln w="38100">
            <a:solidFill>
              <a:srgbClr val="AC88B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28600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926080"/>
            <a:ext cx="36576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AC88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solidFill>
            <a:srgbClr val="AC88B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Post (N)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3291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id, title, authorId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199"/>
                </a:solidFill>
              </a:rPr>
              <a:t>// In het Post model: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16459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   User @relation(fields: [authorId], references: [id])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authorId 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F63"/>
                </a:solidFill>
              </a:rPr>
              <a:t>Relaties: Many-to-Many (M:N)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0F0F0"/>
          </a:solidFill>
          <a:ln w="12700">
            <a:solidFill>
              <a:srgbClr val="FF0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Implicit M:N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Prisma beheert de koppeltabel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Eenvoudige syntax: posts Post[]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Geen extra velden in koppeltabel mogelijk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0F0"/>
          </a:solidFill>
          <a:ln w="12700">
            <a:solidFill>
              <a:srgbClr val="AC88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C88B9"/>
                </a:solidFill>
              </a:rPr>
              <a:t>Explicit M:N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Je definieert zelf de koppeltabel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Nodig voor extra data (bijv. datum)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Bestaat uit twee 1:N relaties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560320"/>
            <a:ext cx="45720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F63"/>
                </a:solidFill>
              </a:rPr>
              <a:t>Workflow: Prisma Migrate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0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dev --name init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F63"/>
                </a:solidFill>
              </a:rPr>
              <a:t>Wat gebeurt er?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1. Vergelijkt schema met huidige database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2. Genereert een SQL migratie bestand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3. Voert de SQL uit op de database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4. Genereert de Prisma Client (TypeScript types)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0" y="2286000"/>
            <a:ext cx="3383280" cy="1828800"/>
          </a:xfrm>
          <a:prstGeom prst="rect">
            <a:avLst/>
          </a:prstGeom>
          <a:solidFill>
            <a:srgbClr val="FF0F63">
              <a:alpha val="10000"/>
            </a:srgbClr>
          </a:solidFill>
          <a:ln w="25400">
            <a:solidFill>
              <a:srgbClr val="FF0F6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68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2468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F63"/>
                </a:solidFill>
              </a:rPr>
              <a:t>Let op: Migrate dev kan data verwijderen als je velden hernoemt of verwijdert zonder beleid!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F63"/>
                </a:solidFill>
              </a:rPr>
              <a:t>Data Beheer: Studio &amp; Seeding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F63"/>
                </a:solidFill>
              </a:rPr>
              <a:t>Prisma Studio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9728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studio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21031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Een visuele editor in je browser om data te bekijken, toe te voegen en te wijzigen zonder SQL kennis.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972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C88B9"/>
                </a:solidFill>
              </a:rPr>
              <a:t>Database Seeding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66928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prisma/seed.ts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69280" y="21031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Vul je database automatisch met testdata. Ideaal voor development en het testen van je UI componenten.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F63"/>
                </a:solidFill>
              </a:rPr>
              <a:t>Best Practices &amp; Design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Onderwerp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Advies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Naamgeving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Gebruik PascalCase voor modellen (User) en camelCase voor velden (firstName).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Enums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Gebruik Enums voor vaste waarden zoals Status (OPEN, CLOSED).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Indexen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Voeg @@index toe aan velden waarop je vaak filtert voor betere performance.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Relaties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Houd relaties zo simpel mogelijk. Gebruik alleen Explicit M:N als het echt moet.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1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</a:rPr>
              <a:t>Consistentie in je schema zorgt voor minder bugs in je frontend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0F63"/>
                </a:solidFill>
              </a:rPr>
              <a:t>Samenvatting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Prisma Schema is de 'Single Source of Truth' voor je data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Modellen definiëren tabellen, velden definiëren kolommen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Relaties (1:N, M:N) koppelen je data logisch aan elkaar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Migraties houden je database en code in sync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Studio en Seeding maken data beheer eenvoudig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C88B9"/>
                </a:solidFill>
              </a:rPr>
              <a:t>Volgende les: CRUD API Routes &amp; Server Actions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F9AF658293164BB79FBE9D3C080535" ma:contentTypeVersion="10" ma:contentTypeDescription="Create a new document." ma:contentTypeScope="" ma:versionID="8cb0a08db21c04f46331624ee0b2b29f">
  <xsd:schema xmlns:xsd="http://www.w3.org/2001/XMLSchema" xmlns:xs="http://www.w3.org/2001/XMLSchema" xmlns:p="http://schemas.microsoft.com/office/2006/metadata/properties" xmlns:ns2="a56ccd50-7f31-40c7-8f95-996b44d632f4" xmlns:ns3="d9fa095d-2a55-41bd-8ea7-9b422472dbdb" targetNamespace="http://schemas.microsoft.com/office/2006/metadata/properties" ma:root="true" ma:fieldsID="e0f8f1dc64b7f3072784758f00cce14b" ns2:_="" ns3:_="">
    <xsd:import namespace="a56ccd50-7f31-40c7-8f95-996b44d632f4"/>
    <xsd:import namespace="d9fa095d-2a55-41bd-8ea7-9b422472db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ccd50-7f31-40c7-8f95-996b44d632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7928d4-2fba-4575-b28c-4dd47955e2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fa095d-2a55-41bd-8ea7-9b422472dbd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664874c-202a-48a7-b948-1f0c16b5d4ee}" ma:internalName="TaxCatchAll" ma:showField="CatchAllData" ma:web="d9fa095d-2a55-41bd-8ea7-9b422472db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fa095d-2a55-41bd-8ea7-9b422472dbdb" xsi:nil="true"/>
    <lcf76f155ced4ddcb4097134ff3c332f xmlns="a56ccd50-7f31-40c7-8f95-996b44d632f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25A1DA-515B-4B51-9C84-F957CD7C51BF}"/>
</file>

<file path=customXml/itemProps2.xml><?xml version="1.0" encoding="utf-8"?>
<ds:datastoreItem xmlns:ds="http://schemas.openxmlformats.org/officeDocument/2006/customXml" ds:itemID="{36CE223E-A576-4993-A859-9557F1D2AA3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60FBEBB-E496-42AE-8325-289FF54260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Blok 2 – Les 3 - Prisma Schema &amp; Relaties</dc:title>
  <dc:subject>PptxGenJS Presentation</dc:subject>
  <dc:creator>ROC Mondriaan</dc:creator>
  <cp:lastModifiedBy>ROC Mondriaan</cp:lastModifiedBy>
  <cp:revision>2</cp:revision>
  <dcterms:created xsi:type="dcterms:W3CDTF">2026-02-10T07:27:14Z</dcterms:created>
  <dcterms:modified xsi:type="dcterms:W3CDTF">2026-03-16T08:10:53Z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0x0101008EF9AF658293164BB79FBE9D3C080535</vt:lpwstr>
  </property>
</Properties>
</file>